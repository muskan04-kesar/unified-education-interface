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5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SHA SHARMA" userId="0d84abc7-571b-4b7c-8322-82a243db2588" providerId="ADAL" clId="{BF27C418-3C7E-4210-BF39-78F84172ADF4}"/>
    <pc:docChg chg="undo custSel modSld">
      <pc:chgData name="NIMISHA SHARMA" userId="0d84abc7-571b-4b7c-8322-82a243db2588" providerId="ADAL" clId="{BF27C418-3C7E-4210-BF39-78F84172ADF4}" dt="2025-10-01T13:57:43.006" v="232" actId="20577"/>
      <pc:docMkLst>
        <pc:docMk/>
      </pc:docMkLst>
      <pc:sldChg chg="addSp modSp mod">
        <pc:chgData name="NIMISHA SHARMA" userId="0d84abc7-571b-4b7c-8322-82a243db2588" providerId="ADAL" clId="{BF27C418-3C7E-4210-BF39-78F84172ADF4}" dt="2025-10-01T13:57:43.006" v="232" actId="20577"/>
        <pc:sldMkLst>
          <pc:docMk/>
          <pc:sldMk cId="0" sldId="258"/>
        </pc:sldMkLst>
        <pc:spChg chg="mod">
          <ac:chgData name="NIMISHA SHARMA" userId="0d84abc7-571b-4b7c-8322-82a243db2588" providerId="ADAL" clId="{BF27C418-3C7E-4210-BF39-78F84172ADF4}" dt="2025-10-01T13:48:08.703" v="186"/>
          <ac:spMkLst>
            <pc:docMk/>
            <pc:sldMk cId="0" sldId="258"/>
            <ac:spMk id="8" creationId="{938518CC-7AC4-5479-ADCD-37AD6E299F3E}"/>
          </ac:spMkLst>
        </pc:spChg>
        <pc:spChg chg="mod">
          <ac:chgData name="NIMISHA SHARMA" userId="0d84abc7-571b-4b7c-8322-82a243db2588" providerId="ADAL" clId="{BF27C418-3C7E-4210-BF39-78F84172ADF4}" dt="2025-10-01T13:57:43.006" v="232" actId="20577"/>
          <ac:spMkLst>
            <pc:docMk/>
            <pc:sldMk cId="0" sldId="258"/>
            <ac:spMk id="1048597" creationId="{00000000-0000-0000-0000-000000000000}"/>
          </ac:spMkLst>
        </pc:spChg>
        <pc:spChg chg="mod">
          <ac:chgData name="NIMISHA SHARMA" userId="0d84abc7-571b-4b7c-8322-82a243db2588" providerId="ADAL" clId="{BF27C418-3C7E-4210-BF39-78F84172ADF4}" dt="2025-10-01T13:47:41.513" v="185"/>
          <ac:spMkLst>
            <pc:docMk/>
            <pc:sldMk cId="0" sldId="258"/>
            <ac:spMk id="1048598" creationId="{00000000-0000-0000-0000-000000000000}"/>
          </ac:spMkLst>
        </pc:spChg>
        <pc:picChg chg="mod">
          <ac:chgData name="NIMISHA SHARMA" userId="0d84abc7-571b-4b7c-8322-82a243db2588" providerId="ADAL" clId="{BF27C418-3C7E-4210-BF39-78F84172ADF4}" dt="2025-10-01T07:27:21.090" v="118" actId="14100"/>
          <ac:picMkLst>
            <pc:docMk/>
            <pc:sldMk cId="0" sldId="258"/>
            <ac:picMk id="5" creationId="{B0299AEF-B1D5-EBEA-F5FC-7C1CC8A729AC}"/>
          </ac:picMkLst>
        </pc:picChg>
        <pc:picChg chg="add mod">
          <ac:chgData name="NIMISHA SHARMA" userId="0d84abc7-571b-4b7c-8322-82a243db2588" providerId="ADAL" clId="{BF27C418-3C7E-4210-BF39-78F84172ADF4}" dt="2025-10-01T07:26:03.041" v="108" actId="14100"/>
          <ac:picMkLst>
            <pc:docMk/>
            <pc:sldMk cId="0" sldId="258"/>
            <ac:picMk id="6" creationId="{C65CDF88-A73F-B780-3579-E48225FEADCA}"/>
          </ac:picMkLst>
        </pc:picChg>
        <pc:picChg chg="add mod">
          <ac:chgData name="NIMISHA SHARMA" userId="0d84abc7-571b-4b7c-8322-82a243db2588" providerId="ADAL" clId="{BF27C418-3C7E-4210-BF39-78F84172ADF4}" dt="2025-10-01T07:27:02.441" v="116" actId="14100"/>
          <ac:picMkLst>
            <pc:docMk/>
            <pc:sldMk cId="0" sldId="258"/>
            <ac:picMk id="10" creationId="{A2A303D6-1B47-36DD-41EB-EE13B1F5672F}"/>
          </ac:picMkLst>
        </pc:picChg>
        <pc:cxnChg chg="mod">
          <ac:chgData name="NIMISHA SHARMA" userId="0d84abc7-571b-4b7c-8322-82a243db2588" providerId="ADAL" clId="{BF27C418-3C7E-4210-BF39-78F84172ADF4}" dt="2025-10-01T07:29:01.246" v="122" actId="14100"/>
          <ac:cxnSpMkLst>
            <pc:docMk/>
            <pc:sldMk cId="0" sldId="258"/>
            <ac:cxnSpMk id="7" creationId="{CCE489CF-E797-8B0B-44A7-647C849D2440}"/>
          </ac:cxnSpMkLst>
        </pc:cxnChg>
      </pc:sldChg>
      <pc:sldChg chg="addSp modSp mod">
        <pc:chgData name="NIMISHA SHARMA" userId="0d84abc7-571b-4b7c-8322-82a243db2588" providerId="ADAL" clId="{BF27C418-3C7E-4210-BF39-78F84172ADF4}" dt="2025-10-01T07:29:36.534" v="123"/>
        <pc:sldMkLst>
          <pc:docMk/>
          <pc:sldMk cId="0" sldId="259"/>
        </pc:sldMkLst>
        <pc:spChg chg="mod">
          <ac:chgData name="NIMISHA SHARMA" userId="0d84abc7-571b-4b7c-8322-82a243db2588" providerId="ADAL" clId="{BF27C418-3C7E-4210-BF39-78F84172ADF4}" dt="2025-10-01T07:29:36.534" v="123"/>
          <ac:spMkLst>
            <pc:docMk/>
            <pc:sldMk cId="0" sldId="259"/>
            <ac:spMk id="1048606" creationId="{00000000-0000-0000-0000-000000000000}"/>
          </ac:spMkLst>
        </pc:spChg>
        <pc:picChg chg="add mod">
          <ac:chgData name="NIMISHA SHARMA" userId="0d84abc7-571b-4b7c-8322-82a243db2588" providerId="ADAL" clId="{BF27C418-3C7E-4210-BF39-78F84172ADF4}" dt="2025-10-01T06:43:52.927" v="9" actId="14100"/>
          <ac:picMkLst>
            <pc:docMk/>
            <pc:sldMk cId="0" sldId="259"/>
            <ac:picMk id="4" creationId="{6D2DD3E0-340E-0ED3-582F-4D616ABEB034}"/>
          </ac:picMkLst>
        </pc:picChg>
        <pc:picChg chg="mod">
          <ac:chgData name="NIMISHA SHARMA" userId="0d84abc7-571b-4b7c-8322-82a243db2588" providerId="ADAL" clId="{BF27C418-3C7E-4210-BF39-78F84172ADF4}" dt="2025-10-01T06:43:31.211" v="3" actId="14100"/>
          <ac:picMkLst>
            <pc:docMk/>
            <pc:sldMk cId="0" sldId="259"/>
            <ac:picMk id="8" creationId="{D63D4D44-DF7F-B40C-BBCF-2D927956AAFC}"/>
          </ac:picMkLst>
        </pc:picChg>
      </pc:sldChg>
      <pc:sldChg chg="addSp delSp modSp mod">
        <pc:chgData name="NIMISHA SHARMA" userId="0d84abc7-571b-4b7c-8322-82a243db2588" providerId="ADAL" clId="{BF27C418-3C7E-4210-BF39-78F84172ADF4}" dt="2025-10-01T13:37:41.457" v="160" actId="14100"/>
        <pc:sldMkLst>
          <pc:docMk/>
          <pc:sldMk cId="0" sldId="260"/>
        </pc:sldMkLst>
        <pc:spChg chg="add del mod">
          <ac:chgData name="NIMISHA SHARMA" userId="0d84abc7-571b-4b7c-8322-82a243db2588" providerId="ADAL" clId="{BF27C418-3C7E-4210-BF39-78F84172ADF4}" dt="2025-10-01T06:53:17.384" v="54" actId="478"/>
          <ac:spMkLst>
            <pc:docMk/>
            <pc:sldMk cId="0" sldId="260"/>
            <ac:spMk id="3" creationId="{73FD625C-B1C6-AADF-9B4D-AECFF342CC67}"/>
          </ac:spMkLst>
        </pc:spChg>
        <pc:spChg chg="mod">
          <ac:chgData name="NIMISHA SHARMA" userId="0d84abc7-571b-4b7c-8322-82a243db2588" providerId="ADAL" clId="{BF27C418-3C7E-4210-BF39-78F84172ADF4}" dt="2025-10-01T06:53:57.079" v="60" actId="20577"/>
          <ac:spMkLst>
            <pc:docMk/>
            <pc:sldMk cId="0" sldId="260"/>
            <ac:spMk id="15" creationId="{C2289E36-9B57-CD22-B419-B116080A2255}"/>
          </ac:spMkLst>
        </pc:spChg>
        <pc:spChg chg="mod">
          <ac:chgData name="NIMISHA SHARMA" userId="0d84abc7-571b-4b7c-8322-82a243db2588" providerId="ADAL" clId="{BF27C418-3C7E-4210-BF39-78F84172ADF4}" dt="2025-10-01T06:53:36.057" v="57" actId="2711"/>
          <ac:spMkLst>
            <pc:docMk/>
            <pc:sldMk cId="0" sldId="260"/>
            <ac:spMk id="1048615" creationId="{00000000-0000-0000-0000-000000000000}"/>
          </ac:spMkLst>
        </pc:spChg>
        <pc:picChg chg="add mod">
          <ac:chgData name="NIMISHA SHARMA" userId="0d84abc7-571b-4b7c-8322-82a243db2588" providerId="ADAL" clId="{BF27C418-3C7E-4210-BF39-78F84172ADF4}" dt="2025-10-01T13:07:03.113" v="154" actId="14100"/>
          <ac:picMkLst>
            <pc:docMk/>
            <pc:sldMk cId="0" sldId="260"/>
            <ac:picMk id="4" creationId="{66C7F45B-A456-283C-7007-1ECD1713631A}"/>
          </ac:picMkLst>
        </pc:picChg>
        <pc:picChg chg="add mod">
          <ac:chgData name="NIMISHA SHARMA" userId="0d84abc7-571b-4b7c-8322-82a243db2588" providerId="ADAL" clId="{BF27C418-3C7E-4210-BF39-78F84172ADF4}" dt="2025-10-01T13:37:41.457" v="160" actId="14100"/>
          <ac:picMkLst>
            <pc:docMk/>
            <pc:sldMk cId="0" sldId="260"/>
            <ac:picMk id="5" creationId="{988B7F2B-7AC8-BC92-C1E1-9201CD693EB5}"/>
          </ac:picMkLst>
        </pc:picChg>
        <pc:picChg chg="del">
          <ac:chgData name="NIMISHA SHARMA" userId="0d84abc7-571b-4b7c-8322-82a243db2588" providerId="ADAL" clId="{BF27C418-3C7E-4210-BF39-78F84172ADF4}" dt="2025-10-01T06:47:49.247" v="13" actId="478"/>
          <ac:picMkLst>
            <pc:docMk/>
            <pc:sldMk cId="0" sldId="260"/>
            <ac:picMk id="10" creationId="{347C0715-B15C-D865-5486-0EC90CA349FF}"/>
          </ac:picMkLst>
        </pc:picChg>
      </pc:sldChg>
      <pc:sldChg chg="addSp delSp modSp mod">
        <pc:chgData name="NIMISHA SHARMA" userId="0d84abc7-571b-4b7c-8322-82a243db2588" providerId="ADAL" clId="{BF27C418-3C7E-4210-BF39-78F84172ADF4}" dt="2025-10-01T13:46:04.480" v="180" actId="14100"/>
        <pc:sldMkLst>
          <pc:docMk/>
          <pc:sldMk cId="0" sldId="261"/>
        </pc:sldMkLst>
        <pc:spChg chg="add del mod">
          <ac:chgData name="NIMISHA SHARMA" userId="0d84abc7-571b-4b7c-8322-82a243db2588" providerId="ADAL" clId="{BF27C418-3C7E-4210-BF39-78F84172ADF4}" dt="2025-10-01T06:57:33.045" v="68" actId="478"/>
          <ac:spMkLst>
            <pc:docMk/>
            <pc:sldMk cId="0" sldId="261"/>
            <ac:spMk id="2" creationId="{7DE99E32-65B3-6403-329D-A4366B36F385}"/>
          </ac:spMkLst>
        </pc:spChg>
        <pc:spChg chg="mod">
          <ac:chgData name="NIMISHA SHARMA" userId="0d84abc7-571b-4b7c-8322-82a243db2588" providerId="ADAL" clId="{BF27C418-3C7E-4210-BF39-78F84172ADF4}" dt="2025-10-01T07:01:13.087" v="87" actId="12"/>
          <ac:spMkLst>
            <pc:docMk/>
            <pc:sldMk cId="0" sldId="261"/>
            <ac:spMk id="1048625" creationId="{00000000-0000-0000-0000-000000000000}"/>
          </ac:spMkLst>
        </pc:spChg>
        <pc:spChg chg="mod">
          <ac:chgData name="NIMISHA SHARMA" userId="0d84abc7-571b-4b7c-8322-82a243db2588" providerId="ADAL" clId="{BF27C418-3C7E-4210-BF39-78F84172ADF4}" dt="2025-10-01T07:01:25.274" v="88" actId="1076"/>
          <ac:spMkLst>
            <pc:docMk/>
            <pc:sldMk cId="0" sldId="261"/>
            <ac:spMk id="1048626" creationId="{00000000-0000-0000-0000-000000000000}"/>
          </ac:spMkLst>
        </pc:spChg>
        <pc:picChg chg="add mod">
          <ac:chgData name="NIMISHA SHARMA" userId="0d84abc7-571b-4b7c-8322-82a243db2588" providerId="ADAL" clId="{BF27C418-3C7E-4210-BF39-78F84172ADF4}" dt="2025-10-01T13:43:03.211" v="171" actId="14100"/>
          <ac:picMkLst>
            <pc:docMk/>
            <pc:sldMk cId="0" sldId="261"/>
            <ac:picMk id="4" creationId="{AEC1B33B-972F-DD40-279E-BCA23A727F4E}"/>
          </ac:picMkLst>
        </pc:picChg>
        <pc:picChg chg="add mod">
          <ac:chgData name="NIMISHA SHARMA" userId="0d84abc7-571b-4b7c-8322-82a243db2588" providerId="ADAL" clId="{BF27C418-3C7E-4210-BF39-78F84172ADF4}" dt="2025-10-01T13:46:04.480" v="180" actId="14100"/>
          <ac:picMkLst>
            <pc:docMk/>
            <pc:sldMk cId="0" sldId="261"/>
            <ac:picMk id="7" creationId="{6A93E49E-58BA-8416-5DD4-CDB3D2153DDD}"/>
          </ac:picMkLst>
        </pc:picChg>
      </pc:sldChg>
      <pc:sldChg chg="addSp delSp modSp mod">
        <pc:chgData name="NIMISHA SHARMA" userId="0d84abc7-571b-4b7c-8322-82a243db2588" providerId="ADAL" clId="{BF27C418-3C7E-4210-BF39-78F84172ADF4}" dt="2025-10-01T13:46:44.623" v="184" actId="5793"/>
        <pc:sldMkLst>
          <pc:docMk/>
          <pc:sldMk cId="0" sldId="262"/>
        </pc:sldMkLst>
        <pc:spChg chg="add del mod">
          <ac:chgData name="NIMISHA SHARMA" userId="0d84abc7-571b-4b7c-8322-82a243db2588" providerId="ADAL" clId="{BF27C418-3C7E-4210-BF39-78F84172ADF4}" dt="2025-10-01T07:32:09.782" v="127" actId="478"/>
          <ac:spMkLst>
            <pc:docMk/>
            <pc:sldMk cId="0" sldId="262"/>
            <ac:spMk id="2" creationId="{E5CF34E5-B548-BD30-4534-B9CDA26E1B8F}"/>
          </ac:spMkLst>
        </pc:spChg>
        <pc:spChg chg="add del mod">
          <ac:chgData name="NIMISHA SHARMA" userId="0d84abc7-571b-4b7c-8322-82a243db2588" providerId="ADAL" clId="{BF27C418-3C7E-4210-BF39-78F84172ADF4}" dt="2025-10-01T07:33:57.409" v="140" actId="478"/>
          <ac:spMkLst>
            <pc:docMk/>
            <pc:sldMk cId="0" sldId="262"/>
            <ac:spMk id="4" creationId="{8BFED9D2-AFD7-B3B3-0071-FB11BE655DF7}"/>
          </ac:spMkLst>
        </pc:spChg>
        <pc:spChg chg="mod">
          <ac:chgData name="NIMISHA SHARMA" userId="0d84abc7-571b-4b7c-8322-82a243db2588" providerId="ADAL" clId="{BF27C418-3C7E-4210-BF39-78F84172ADF4}" dt="2025-10-01T13:46:44.623" v="184" actId="5793"/>
          <ac:spMkLst>
            <pc:docMk/>
            <pc:sldMk cId="0" sldId="262"/>
            <ac:spMk id="1048632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6:07:44.4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0 283 24575,'13'-1'0,"0"-1"0,0-1 0,0 0 0,-1 0 0,1-2 0,19-8 0,14-5 0,77-21 0,223-40 0,-316 73 0,40-13 0,-48 12 0,0 0 0,0 2 0,38-4 0,47-4 0,-66 7 0,44-2 0,123 10 0,90-4 0,-277 0-227,-1-1-1,1 0 1,-1-2-1,0-1 1,30-11-1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6:07:48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1066 1 24575,'1264'0'0,"-3117"0"0,1826 1 0,1 2 0,-37 7 0,35-4 0,-50 3 0,-10-11 264,59 0-671,-1 1 0,1 2-1,-50 7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5:03:51.6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478 145 24575,'1343'0'0,"-2119"0"0,750 1 0,0 2 0,1 1 0,-48 14 0,41-10 0,-58 9 0,-384-9 0,297-11 0,132 2 0,27-1 0,0 2 0,-23 2 0,289-55 0,109-18 0,-176 48 0,241 0 0,-365 23 0,108-15 0,-75 5 0,1 5 0,131 9 0,48 32 0,-166-18 0,-43-4 0,-51-7 0,-18-3 0,-23-1 0,-493 1 0,300-6 0,-303 1 0,498 3 0,0 1 0,-36 8 0,34-6 0,-50 4 0,65-8 0,-1-1 0,23 0 0,59-1 0,383 1-1365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5:04:01.2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1173 429 24575,'97'5'0,"184"34"0,-184-22 0,177 9 0,757-29 0,-1003 2 0,0-2 0,32-7 0,-29 4 0,47-2 0,39 9 0,47-2 0,-76-13 0,-58 9 0,50-4 0,-71 9 0,-6 0 0,1 0 0,0 0 0,0 0 0,-1 0 0,1 0 0,0-1 0,-1 0 0,1 0 0,-1 0 0,1 0 0,-1 0 0,1-1 0,3-2 0,-7 4 0,0 0 0,0 0 0,0-1 0,0 1 0,0 0 0,0-1 0,0 1 0,0 0 0,0 0 0,0-1 0,0 1 0,0 0 0,0-1 0,0 1 0,0 0 0,0 0 0,0-1 0,0 1 0,-1 0 0,1 0 0,0-1 0,0 1 0,0 0 0,0 0 0,-1-1 0,1 1 0,0 0 0,0 0 0,0 0 0,-1 0 0,1-1 0,0 1 0,0 0 0,-1 0 0,1 0 0,0 0 0,0 0 0,-1 0 0,1 0 0,0 0 0,-1-1 0,1 1 0,-17-6 0,16 5 0,-43-12 0,-1 1 0,0 3 0,-86-8 0,-146 9 0,222 8 0,-901 0 0,370 2 0,584-2 0,1 1 0,0-1 0,0 0 0,-1 0 0,1 0 0,0 0 0,0 0 0,-1 0 0,1-1 0,0 1 0,0 0 0,-1-1 0,1 1 0,0 0 0,0-1 0,-1 0 0,31-8 0,549-56 0,-135 21 0,-151-22 0,-13 3 0,-244 59 0,70 1 0,-105 3 0,0 0 0,0 0 0,0 0 0,0 0 0,0 0 0,0 1 0,0-1 0,0 0 0,0 0 0,0 0 0,0 0 0,0 0 0,0 0 0,0 0 0,0 1 0,0-1 0,0 0 0,0 0 0,0 0 0,0 0 0,0 0 0,0 0 0,0 0 0,0 1 0,0-1 0,0 0 0,0 0 0,1 0 0,-1 0 0,0 0 0,0 0 0,0 0 0,0 0 0,0 0 0,0 0 0,0 0 0,0 0 0,0 1 0,1-1 0,-1 0 0,0 0 0,0 0 0,0 0 0,0 0 0,0 0 0,0 0 0,0 0 0,1 0 0,-1 0 0,0 0 0,0 0 0,0 0 0,0 0 0,0 0 0,0 0 0,0 0 0,0 0 0,1-1 0,-1 1 0,0 0 0,0 0 0,0 0 0,0 0 0,0 0 0,0 0 0,0 0 0,0 0 0,0 0 0,1 0 0,-13 5 0,-31 9 0,32-11 0,-488 120-200,-10-36-172,4 0 174,140-25 583,272-52-192,-183-3-1,266-8-192,3 0 0,0 1 0,0 0 0,0 0 0,0 1 0,0-1 0,-9 3 0,16-3 0,-1 0 0,1 0 0,0 0 0,0 0 0,-1 0 0,1 0 0,0 0 0,0 0 0,-1 1 0,1-1 0,0 0 0,0 0 0,-1 0 0,1 0 0,0 0 0,0 0 0,-1 0 0,1 1 0,0-1 0,0 0 0,0 0 0,-1 0 0,1 0 0,0 1 0,0-1 0,0 0 0,0 0 0,0 0 0,-1 1 0,1-1 0,0 0 0,0 0 0,0 1 0,0-1 0,0 0 0,0 0 0,0 1 0,0-1 0,0 0 0,0 1 0,11 4 0,20 0 0,57 2 0,163-10 0,87-30 0,-264 24 0,273-3 0,-318 12 0,-504 16 0,194-4 0,255-11 0,-68-1 0,93 0 0,0 0 0,1 0 0,-1 0 0,0 0 0,1 0 0,-1 0 0,0 0 0,1 0 0,-1 0 0,0-1 0,1 1 0,-1 0 0,0 0 0,1-1 0,-1 1 0,0 0 0,1-1 0,-1 1 0,1-1 0,-1 1 0,1 0 0,-1-1 0,1 1 0,-1-1 0,0-1 0,1 2 0,1-1 0,-1 0 0,0 0 0,0 1 0,0-1 0,1 0 0,-1 0 0,1 1 0,-1-1 0,0 0 0,1 1 0,-1-1 0,1 1 0,-1-1 0,1 1 0,-1-1 0,1 1 0,1-2 0,35-21 0,-35 22 0,53-25 0,1 2 0,106-29 0,-111 38 0,17-8 0,-35 11 0,0 1 0,44-7 0,-73 17 0,0 1 0,0-1 0,-1 0 0,1 0 0,0-1 0,-1 1 0,1-1 0,-1 0 0,0 0 0,4-2 0,-6 3 0,0 0 0,-1 1 0,1-1 0,0 0 0,-1 1 0,1-1 0,-1 0 0,0 0 0,1 1 0,-1-1 0,1 0 0,-1 0 0,0 0 0,0 1 0,0-1 0,1 0 0,-1 0 0,0 0 0,0-1 0,-1 0 0,1 1 0,-1-1 0,1 0 0,-1 1 0,1-1 0,-1 1 0,0-1 0,0 1 0,0-1 0,0 1 0,0 0 0,0-1 0,-3-1 0,-5-5 0,0 1 0,0 1 0,-1 0 0,0 0 0,-1 0 0,1 2 0,-1-1 0,-18-4 0,-96-20 0,121 28 0,-75-11 0,-130-4 0,-82 17 0,117 2 0,211-5 0,70-15 0,-14 2 0,375-32 0,-182 42 0,-170 5 0,-377-16 0,55-1 0,-606 32-160,165 5-1691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6:07:20.5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 24575,'228'-8'0,"-42"1"0,-69 5 0,468 3 0,-468 8 0,-67-4 0,1-2 0,57-4 0,-47-7 0,26-1 0,566 8 0,-315 2 0,-177 8 0,2 0 0,265 19-1365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6:07:21.6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8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10/1/2025</a:t>
            </a:fld>
            <a:endParaRPr lang="en-US"/>
          </a:p>
        </p:txBody>
      </p:sp>
      <p:sp>
        <p:nvSpPr>
          <p:cNvPr id="104868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68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9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10/1/2025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10/1/2025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9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10/1/2025</a:t>
            </a:fld>
            <a:endParaRPr lang="en-US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4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5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10/1/2025</a:t>
            </a:fld>
            <a:endParaRPr lang="en-US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0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10/1/2025</a:t>
            </a:fld>
            <a:endParaRPr lang="en-US"/>
          </a:p>
        </p:txBody>
      </p:sp>
      <p:sp>
        <p:nvSpPr>
          <p:cNvPr id="10486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10/1/2025</a:t>
            </a:fld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10/1/2025</a:t>
            </a:fld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1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2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10/1/2025</a:t>
            </a:fld>
            <a:endParaRPr lang="en-US"/>
          </a:p>
        </p:txBody>
      </p:sp>
      <p:sp>
        <p:nvSpPr>
          <p:cNvPr id="10486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8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49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10/1/2025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10/1/2025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10/1/2025</a:t>
            </a:fld>
            <a:endParaRPr lang="en-US"/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3.jpg"/><Relationship Id="rId10" Type="http://schemas.openxmlformats.org/officeDocument/2006/relationships/customXml" Target="../ink/ink3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2.png"/><Relationship Id="rId7" Type="http://schemas.openxmlformats.org/officeDocument/2006/relationships/image" Target="../media/image10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0" Type="http://schemas.openxmlformats.org/officeDocument/2006/relationships/image" Target="../media/image3.jpg"/><Relationship Id="rId4" Type="http://schemas.openxmlformats.org/officeDocument/2006/relationships/customXml" Target="../ink/ink5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8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8213125" y="1962840"/>
            <a:ext cx="3203509" cy="3426237"/>
          </a:xfrm>
          <a:prstGeom prst="rect">
            <a:avLst/>
          </a:prstGeom>
        </p:spPr>
      </p:pic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1694997" y="501711"/>
            <a:ext cx="8534400" cy="1302734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186252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    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230038" y="1804445"/>
            <a:ext cx="7851689" cy="3967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SIH25252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Unified Education Interface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ID- 64063</a:t>
            </a:r>
            <a:endParaRPr lang="zh-CN" alt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: ASTRA2.0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3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7CEBE6-43DA-03BF-F181-54DE741E4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38" y="164746"/>
            <a:ext cx="1112626" cy="988332"/>
          </a:xfrm>
          <a:prstGeom prst="ellipse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694688" y="0"/>
            <a:ext cx="8146678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EDUCATION INTERFACE</a:t>
            </a:r>
            <a:br>
              <a:rPr lang="en-IN" sz="3600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598" name="TextBox 8"/>
          <p:cNvSpPr txBox="1">
            <a:spLocks noChangeArrowheads="1"/>
          </p:cNvSpPr>
          <p:nvPr/>
        </p:nvSpPr>
        <p:spPr bwMode="auto">
          <a:xfrm>
            <a:off x="141514" y="567859"/>
            <a:ext cx="4160984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Challenges</a:t>
            </a: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 unified student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life cycle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Fragmented &amp; scattered data across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📉Weak integration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with IDs (Aadhar, APAR, AISHE).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⏱️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Lack of real-time analytics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Difficulty in mapping performance to govt. schemes/policies</a:t>
            </a:r>
          </a:p>
          <a:p>
            <a:endParaRPr lang="it-IT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97155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97159" name="Ink 23"/>
              <p14:cNvContentPartPr/>
              <p14:nvPr/>
            </p14:nvContentPartPr>
            <p14:xfrm>
              <a:off x="10658090" y="5984148"/>
              <a:ext cx="627120" cy="101880"/>
            </p14:xfrm>
          </p:contentPart>
        </mc:Choice>
        <mc:Fallback xmlns="">
          <p:pic>
            <p:nvPicPr>
              <p:cNvPr id="2097159" name="Ink 23"/>
              <p:cNvPicPr>
                <a:picLocks/>
              </p:cNvPicPr>
              <p:nvPr/>
            </p:nvPicPr>
            <p:blipFill>
              <a:blip xmlns:r="http://schemas.openxmlformats.org/officeDocument/2006/relationships" r:embed="rId7"/>
              <a:stretch>
                <a:fillRect/>
              </a:stretch>
            </p:blipFill>
            <p:spPr>
              <a:xfrm>
                <a:off x="10658090" y="5984148"/>
                <a:ext cx="627120" cy="101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97160" name="Ink 24"/>
              <p14:cNvContentPartPr/>
              <p14:nvPr/>
            </p14:nvContentPartPr>
            <p14:xfrm>
              <a:off x="5987450" y="6203748"/>
              <a:ext cx="839160" cy="12240"/>
            </p14:xfrm>
          </p:contentPart>
        </mc:Choice>
        <mc:Fallback xmlns="">
          <p:pic>
            <p:nvPicPr>
              <p:cNvPr id="2097160" name="Ink 24"/>
              <p:cNvPicPr>
                <a:picLocks/>
              </p:cNvPicPr>
              <p:nvPr/>
            </p:nvPicPr>
            <p:blipFill>
              <a:blip xmlns:r="http://schemas.openxmlformats.org/officeDocument/2006/relationships" r:embed="rId9"/>
              <a:stretch>
                <a:fillRect/>
              </a:stretch>
            </p:blipFill>
            <p:spPr>
              <a:xfrm>
                <a:off x="5987450" y="6203748"/>
                <a:ext cx="839160" cy="122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21FA58-D315-4818-7DB0-0D781D2781BD}"/>
                  </a:ext>
                </a:extLst>
              </p14:cNvPr>
              <p14:cNvContentPartPr/>
              <p14:nvPr/>
            </p14:nvContentPartPr>
            <p14:xfrm>
              <a:off x="11166560" y="6033880"/>
              <a:ext cx="820080" cy="73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21FA58-D315-4818-7DB0-0D781D2781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103560" y="5970880"/>
                <a:ext cx="9457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55F7AC-2485-7598-00AC-23B9F4335AA4}"/>
                  </a:ext>
                </a:extLst>
              </p14:cNvPr>
              <p14:cNvContentPartPr/>
              <p14:nvPr/>
            </p14:nvContentPartPr>
            <p14:xfrm>
              <a:off x="6456320" y="6053320"/>
              <a:ext cx="1339560" cy="195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55F7AC-2485-7598-00AC-23B9F4335AA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93320" y="5990320"/>
                <a:ext cx="1465200" cy="320760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E489CF-E797-8B0B-44A7-647C849D2440}"/>
              </a:ext>
            </a:extLst>
          </p:cNvPr>
          <p:cNvCxnSpPr>
            <a:cxnSpLocks/>
          </p:cNvCxnSpPr>
          <p:nvPr/>
        </p:nvCxnSpPr>
        <p:spPr>
          <a:xfrm>
            <a:off x="4208230" y="1179965"/>
            <a:ext cx="0" cy="3041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938518CC-7AC4-5479-ADCD-37AD6E29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351" y="1139936"/>
            <a:ext cx="455651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hangingPunct="0">
              <a:buFont typeface="Wingdings" panose="05000000000000000000" pitchFamily="2" charset="2"/>
              <a:buChar char="Ø"/>
            </a:pPr>
            <a:r>
              <a:rPr kumimoji="0" lang="en-IN" altLang="en-US" sz="2200" b="1" i="0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Solution:</a:t>
            </a:r>
            <a:endParaRPr kumimoji="0" lang="en-US" altLang="en-US" sz="2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hangingPunct="0">
              <a:buFontTx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360°Stakeholder View</a:t>
            </a:r>
            <a:r>
              <a:rPr lang="en-US" altLang="en-US" sz="1600" b="1" dirty="0">
                <a:latin typeface="Arial" panose="020B0604020202020204" pitchFamily="34" charset="0"/>
              </a:rPr>
              <a:t> 🌐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– Single platform for Students, Teachers, Institutions &amp; Govt. bodies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🎯Unique ID(Aadhar, APAR, AISHE)–based </a:t>
            </a:r>
            <a:r>
              <a:rPr lang="en-US" altLang="en-US" sz="1600" dirty="0">
                <a:latin typeface="Arial" panose="020B0604020202020204" pitchFamily="34" charset="0"/>
              </a:rPr>
              <a:t>mapping for authenticity.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Gamified Dashboard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🏆–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Student badges, progress scores &amp; leaderboards to motivate performance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defTabSz="914400" eaLnBrk="0" hangingPunct="0">
              <a:buFontTx/>
              <a:buChar char="•"/>
            </a:pPr>
            <a:r>
              <a:rPr lang="en-IN" sz="1600" dirty="0"/>
              <a:t>🤖 </a:t>
            </a:r>
            <a:r>
              <a:rPr lang="en-US" altLang="en-US" sz="1600" dirty="0">
                <a:latin typeface="Arial" panose="020B0604020202020204" pitchFamily="34" charset="0"/>
              </a:rPr>
              <a:t>Automated, </a:t>
            </a:r>
            <a:r>
              <a:rPr lang="en-US" altLang="en-US" sz="1600" b="1" dirty="0">
                <a:latin typeface="Arial" panose="020B0604020202020204" pitchFamily="34" charset="0"/>
              </a:rPr>
              <a:t>real-time reports </a:t>
            </a:r>
            <a:r>
              <a:rPr lang="en-US" altLang="en-US" sz="1600" dirty="0">
                <a:latin typeface="Arial" panose="020B0604020202020204" pitchFamily="34" charset="0"/>
              </a:rPr>
              <a:t>for</a:t>
            </a:r>
            <a:r>
              <a:rPr lang="en-IN" sz="1600" dirty="0"/>
              <a:t>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NIRF, schemes, compliance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hangingPunct="0">
              <a:buFontTx/>
              <a:buChar char="•"/>
            </a:pPr>
            <a:r>
              <a:rPr lang="en-IN" sz="1600" dirty="0"/>
              <a:t>🔐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Blockchain-enabled Data Security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hangingPunct="0"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99AEF-B1D5-EBEA-F5FC-7C1CC8A729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0038" y="105177"/>
            <a:ext cx="938886" cy="834001"/>
          </a:xfrm>
          <a:prstGeom prst="ellipse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270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5CDF88-A73F-B780-3579-E48225FEADC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" y="4221593"/>
            <a:ext cx="8737597" cy="2134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A303D6-1B47-36DD-41EB-EE13B1F5672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79111" y="1213476"/>
            <a:ext cx="3312889" cy="5104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609599" y="5709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048606" name="TextBox 8"/>
          <p:cNvSpPr txBox="1">
            <a:spLocks noChangeArrowheads="1"/>
          </p:cNvSpPr>
          <p:nvPr/>
        </p:nvSpPr>
        <p:spPr bwMode="auto">
          <a:xfrm>
            <a:off x="88248" y="4105377"/>
            <a:ext cx="8573152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and Tools: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Frontend:</a:t>
            </a:r>
            <a:r>
              <a:rPr lang="en-US" altLang="en-US" sz="1600" dirty="0">
                <a:latin typeface="Arial" panose="020B0604020202020204" pitchFamily="34" charset="0"/>
              </a:rPr>
              <a:t> React / Angular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Backend:</a:t>
            </a:r>
            <a:r>
              <a:rPr lang="en-US" altLang="en-US" sz="1600" dirty="0">
                <a:latin typeface="Arial" panose="020B0604020202020204" pitchFamily="34" charset="0"/>
              </a:rPr>
              <a:t> Spring Boot / Node.js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Database:</a:t>
            </a:r>
            <a:r>
              <a:rPr lang="en-US" altLang="en-US" sz="1600" dirty="0">
                <a:latin typeface="Arial" panose="020B0604020202020204" pitchFamily="34" charset="0"/>
              </a:rPr>
              <a:t> PostgreSQL / MongoDB (structured + unstructured)</a:t>
            </a:r>
          </a:p>
          <a:p>
            <a:pPr lvl="0" defTabSz="914400" eaLnBrk="0" hangingPunct="0">
              <a:buFontTx/>
              <a:buChar char="•"/>
            </a:pPr>
            <a:r>
              <a:rPr lang="en-IN" sz="1600" dirty="0"/>
              <a:t>🤖 </a:t>
            </a:r>
            <a:r>
              <a:rPr lang="en-US" altLang="en-US" sz="1600" b="1" dirty="0">
                <a:latin typeface="Arial" panose="020B0604020202020204" pitchFamily="34" charset="0"/>
              </a:rPr>
              <a:t>AI/ML:</a:t>
            </a:r>
            <a:r>
              <a:rPr lang="en-US" altLang="en-US" sz="1600" dirty="0">
                <a:latin typeface="Arial" panose="020B0604020202020204" pitchFamily="34" charset="0"/>
              </a:rPr>
              <a:t> Python, TensorFlow, scikit-learn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🌐Cloud:</a:t>
            </a:r>
            <a:r>
              <a:rPr lang="en-US" altLang="en-US" sz="1600" dirty="0">
                <a:latin typeface="Arial" panose="020B0604020202020204" pitchFamily="34" charset="0"/>
              </a:rPr>
              <a:t> AWS / GCP / NIC Cloud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Security:</a:t>
            </a:r>
            <a:r>
              <a:rPr lang="en-US" altLang="en-US" sz="1600" dirty="0">
                <a:latin typeface="Arial" panose="020B0604020202020204" pitchFamily="34" charset="0"/>
              </a:rPr>
              <a:t> Blockchain-enabled audit trail, AES-256 encryption, Role-based Access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🏆</a:t>
            </a:r>
            <a:r>
              <a:rPr lang="en-US" altLang="en-US" sz="1600" b="1" dirty="0">
                <a:latin typeface="Arial" panose="020B0604020202020204" pitchFamily="34" charset="0"/>
              </a:rPr>
              <a:t>Gamification Frameworks/APIs</a:t>
            </a:r>
            <a:r>
              <a:rPr lang="en-US" altLang="en-US" sz="1600" dirty="0">
                <a:latin typeface="Arial" panose="020B0604020202020204" pitchFamily="34" charset="0"/>
              </a:rPr>
              <a:t>: </a:t>
            </a:r>
            <a:r>
              <a:rPr lang="en-US" altLang="en-US" sz="1600" dirty="0" err="1">
                <a:latin typeface="Arial" panose="020B0604020202020204" pitchFamily="34" charset="0"/>
              </a:rPr>
              <a:t>GamifyJS</a:t>
            </a:r>
            <a:r>
              <a:rPr lang="en-US" altLang="en-US" sz="1600" dirty="0">
                <a:latin typeface="Arial" panose="020B0604020202020204" pitchFamily="34" charset="0"/>
              </a:rPr>
              <a:t> or </a:t>
            </a:r>
            <a:r>
              <a:rPr lang="en-US" altLang="en-US" sz="1600" dirty="0" err="1">
                <a:latin typeface="Arial" panose="020B0604020202020204" pitchFamily="34" charset="0"/>
              </a:rPr>
              <a:t>OpenBadges</a:t>
            </a:r>
            <a:r>
              <a:rPr lang="en-US" altLang="en-US" sz="1600" dirty="0">
                <a:latin typeface="Arial" panose="020B0604020202020204" pitchFamily="34" charset="0"/>
              </a:rPr>
              <a:t> API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700" dirty="0">
              <a:cs typeface="Arial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700" dirty="0">
              <a:latin typeface="+mj-lt"/>
              <a:cs typeface="Arial" pitchFamily="34" charset="0"/>
            </a:endParaRPr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60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9716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048609" name="TextBox 4"/>
          <p:cNvSpPr txBox="1"/>
          <p:nvPr/>
        </p:nvSpPr>
        <p:spPr>
          <a:xfrm>
            <a:off x="88248" y="1186313"/>
            <a:ext cx="8573152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Flow:</a:t>
            </a:r>
            <a:r>
              <a:rPr lang="en-IN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97165" name="Ink 19"/>
              <p14:cNvContentPartPr/>
              <p14:nvPr/>
            </p14:nvContentPartPr>
            <p14:xfrm>
              <a:off x="6516720" y="4034664"/>
              <a:ext cx="1200240" cy="17280"/>
            </p14:xfrm>
          </p:contentPart>
        </mc:Choice>
        <mc:Fallback xmlns="">
          <p:pic>
            <p:nvPicPr>
              <p:cNvPr id="2097165" name="Ink 19"/>
              <p:cNvPicPr>
                <a:picLocks/>
              </p:cNvPicPr>
              <p:nvPr/>
            </p:nvPicPr>
            <p:blipFill>
              <a:blip xmlns:r="http://schemas.openxmlformats.org/officeDocument/2006/relationships" r:embed="rId7"/>
              <a:stretch>
                <a:fillRect/>
              </a:stretch>
            </p:blipFill>
            <p:spPr>
              <a:xfrm>
                <a:off x="6516720" y="4034664"/>
                <a:ext cx="1200240" cy="17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97166" name="Ink 21"/>
              <p14:cNvContentPartPr/>
              <p14:nvPr/>
            </p14:nvContentPartPr>
            <p14:xfrm>
              <a:off x="8698680" y="3894984"/>
              <a:ext cx="360" cy="360"/>
            </p14:xfrm>
          </p:contentPart>
        </mc:Choice>
        <mc:Fallback xmlns="">
          <p:pic>
            <p:nvPicPr>
              <p:cNvPr id="2097166" name="Ink 21"/>
              <p:cNvPicPr>
                <a:picLocks/>
              </p:cNvPicPr>
              <p:nvPr/>
            </p:nvPicPr>
            <p:blipFill>
              <a:blip xmlns:r="http://schemas.openxmlformats.org/officeDocument/2006/relationships" r:embed="rId9"/>
              <a:stretch>
                <a:fillRect/>
              </a:stretch>
            </p:blipFill>
            <p:spPr>
              <a:xfrm>
                <a:off x="8698680" y="3894984"/>
                <a:ext cx="360" cy="360"/>
              </a:xfrm>
              <a:prstGeom prst="rect"/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4C16561-9CB1-F41F-113B-06B2160087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038" y="105177"/>
            <a:ext cx="1112626" cy="988332"/>
          </a:xfrm>
          <a:prstGeom prst="ellipse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270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3D4D44-DF7F-B40C-BBCF-2D927956AA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48" y="1508289"/>
            <a:ext cx="8037657" cy="25436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2DD3E0-340E-0ED3-582F-4D616ABEB0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0173" y="1253531"/>
            <a:ext cx="3971466" cy="5063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673608" y="12974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48615" name="TextBox 8"/>
          <p:cNvSpPr txBox="1">
            <a:spLocks noChangeArrowheads="1"/>
          </p:cNvSpPr>
          <p:nvPr/>
        </p:nvSpPr>
        <p:spPr bwMode="auto">
          <a:xfrm>
            <a:off x="192788" y="1290721"/>
            <a:ext cx="5604697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Feasibility:</a:t>
            </a:r>
          </a:p>
          <a:p>
            <a:pPr lvl="0" defTabSz="914400" eaLnBrk="0" hangingPunct="0">
              <a:buFontTx/>
              <a:buChar char="•"/>
            </a:pPr>
            <a:r>
              <a:rPr lang="en-US" sz="1600" dirty="0"/>
              <a:t>📌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Centralized Repository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Cloud-based secure data storage.</a:t>
            </a:r>
          </a:p>
          <a:p>
            <a:pPr lvl="0" defTabSz="914400" eaLnBrk="0" hangingPunct="0">
              <a:buFontTx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🔐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ID-linked Integration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Uses Aadhar, APAR, AISHE for authentic, smooth adoption</a:t>
            </a:r>
          </a:p>
          <a:p>
            <a:pPr defTabSz="914400" eaLnBrk="0" hangingPunct="0">
              <a:buFontTx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🤖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AI Insights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Predicts trends like dropouts, rankings, skill gaps.</a:t>
            </a:r>
          </a:p>
          <a:p>
            <a:pPr defTabSz="914400" eaLnBrk="0" hangingPunct="0">
              <a:buFontTx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🌍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Scalable Data Lake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Grows from single institute to nationwide system</a:t>
            </a:r>
          </a:p>
          <a:p>
            <a:pPr lvl="0" defTabSz="914400" eaLnBrk="0" hangingPunct="0">
              <a:buFontTx/>
              <a:buChar char="•"/>
            </a:pPr>
            <a:endParaRPr lang="en-US" sz="2000" dirty="0"/>
          </a:p>
          <a:p>
            <a:pPr lvl="0" defTabSz="914400" eaLnBrk="0" hangingPunct="0">
              <a:buFontTx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67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289E36-9B57-CD22-B419-B116080A2255}"/>
              </a:ext>
            </a:extLst>
          </p:cNvPr>
          <p:cNvSpPr txBox="1"/>
          <p:nvPr/>
        </p:nvSpPr>
        <p:spPr>
          <a:xfrm>
            <a:off x="6404400" y="4262325"/>
            <a:ext cx="6096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Viability: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  </a:t>
            </a:r>
            <a:r>
              <a:rPr lang="en-US" altLang="en-US" sz="1600" dirty="0">
                <a:latin typeface="Arial" panose="020B0604020202020204" pitchFamily="34" charset="0"/>
              </a:rPr>
              <a:t>💰 </a:t>
            </a:r>
            <a:r>
              <a:rPr lang="en-US" altLang="en-US" sz="1600" b="1" dirty="0">
                <a:latin typeface="Arial" panose="020B0604020202020204" pitchFamily="34" charset="0"/>
              </a:rPr>
              <a:t>Cost-effective</a:t>
            </a:r>
            <a:r>
              <a:rPr lang="en-US" altLang="en-US" sz="1600" dirty="0">
                <a:latin typeface="Arial" panose="020B0604020202020204" pitchFamily="34" charset="0"/>
              </a:rPr>
              <a:t> – Reduces duplication and manual reporting efforts.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⚙️ </a:t>
            </a:r>
            <a:r>
              <a:rPr lang="en-US" altLang="en-US" sz="1600" b="1" dirty="0">
                <a:latin typeface="Arial" panose="020B0604020202020204" pitchFamily="34" charset="0"/>
              </a:rPr>
              <a:t>Operationally Practical</a:t>
            </a:r>
            <a:r>
              <a:rPr lang="en-US" altLang="en-US" sz="1600" dirty="0">
                <a:latin typeface="Arial" panose="020B0604020202020204" pitchFamily="34" charset="0"/>
              </a:rPr>
              <a:t> – Easy adoption via dashboards and APIs.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📈 </a:t>
            </a:r>
            <a:r>
              <a:rPr lang="en-US" altLang="en-US" sz="1600" b="1" dirty="0">
                <a:latin typeface="Arial" panose="020B0604020202020204" pitchFamily="34" charset="0"/>
              </a:rPr>
              <a:t>High Impact</a:t>
            </a:r>
            <a:r>
              <a:rPr lang="en-US" altLang="en-US" sz="1600" dirty="0">
                <a:latin typeface="Arial" panose="020B0604020202020204" pitchFamily="34" charset="0"/>
              </a:rPr>
              <a:t> – Enables data-driven policymaking and performance tracking.</a:t>
            </a:r>
          </a:p>
          <a:p>
            <a:pPr lvl="0" defTabSz="914400" eaLnBrk="0" hangingPunct="0">
              <a:buFontTx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8CC832-2E42-AD0D-14B1-53DC40E88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77" y="140651"/>
            <a:ext cx="1112626" cy="988332"/>
          </a:xfrm>
          <a:prstGeom prst="ellipse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270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C7F45B-A456-283C-7007-1ECD17136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486" y="1197944"/>
            <a:ext cx="6014300" cy="27904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8B7F2B-7AC8-BC92-C1E1-9201CD693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39119"/>
            <a:ext cx="5967167" cy="2668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443096" y="5709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0486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4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70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048625" name="Rectangle 4"/>
          <p:cNvSpPr>
            <a:spLocks noChangeArrowheads="1"/>
          </p:cNvSpPr>
          <p:nvPr/>
        </p:nvSpPr>
        <p:spPr bwMode="auto">
          <a:xfrm rot="10800000" flipV="1">
            <a:off x="169335" y="1259250"/>
            <a:ext cx="5872787" cy="21852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hangingPunct="0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🌐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Connected Ecosystem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Students, teachers, and institutions linked in one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🔍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Actionable Insights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Real-time data highlights trends and gaps.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🚀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Future-Ready Governance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AI-driven decisions for smarter education policies.</a:t>
            </a:r>
          </a:p>
          <a:p>
            <a:pPr marL="342900" indent="-342900" defTabSz="914400" eaLnBrk="0" hangingPunct="0">
              <a:buFont typeface="Wingdings" panose="05000000000000000000" pitchFamily="2" charset="2"/>
              <a:buChar char="Ø"/>
            </a:pPr>
            <a:endParaRPr lang="en-US" sz="20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26" name="Rectangle 5"/>
          <p:cNvSpPr>
            <a:spLocks noChangeArrowheads="1"/>
          </p:cNvSpPr>
          <p:nvPr/>
        </p:nvSpPr>
        <p:spPr bwMode="auto">
          <a:xfrm>
            <a:off x="6486101" y="1259250"/>
            <a:ext cx="5536564" cy="29854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hangingPunct="0"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: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🎓 </a:t>
            </a:r>
            <a:r>
              <a:rPr lang="en-US" altLang="en-US" sz="1600" b="1" dirty="0">
                <a:latin typeface="Arial" panose="020B0604020202020204" pitchFamily="34" charset="0"/>
              </a:rPr>
              <a:t>For Students</a:t>
            </a:r>
            <a:r>
              <a:rPr lang="en-US" altLang="en-US" sz="1600" dirty="0">
                <a:latin typeface="Arial" panose="020B0604020202020204" pitchFamily="34" charset="0"/>
              </a:rPr>
              <a:t> – Track progress, achievements &amp; access personalized opportunities.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🏫 </a:t>
            </a:r>
            <a:r>
              <a:rPr lang="en-US" altLang="en-US" sz="1600" b="1" dirty="0">
                <a:latin typeface="Arial" panose="020B0604020202020204" pitchFamily="34" charset="0"/>
              </a:rPr>
              <a:t>For Institutions</a:t>
            </a:r>
            <a:r>
              <a:rPr lang="en-US" altLang="en-US" sz="1600" dirty="0">
                <a:latin typeface="Arial" panose="020B0604020202020204" pitchFamily="34" charset="0"/>
              </a:rPr>
              <a:t> – Monitor performance, improve rankings &amp; compliance.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🏛️ </a:t>
            </a:r>
            <a:r>
              <a:rPr lang="en-US" altLang="en-US" sz="1600" b="1" dirty="0">
                <a:latin typeface="Arial" panose="020B0604020202020204" pitchFamily="34" charset="0"/>
              </a:rPr>
              <a:t>For Government</a:t>
            </a:r>
            <a:r>
              <a:rPr lang="en-US" altLang="en-US" sz="1600" dirty="0">
                <a:latin typeface="Arial" panose="020B0604020202020204" pitchFamily="34" charset="0"/>
              </a:rPr>
              <a:t> – Real-time insights for effective policymaking &amp; scheme monitoring.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📈 </a:t>
            </a:r>
            <a:r>
              <a:rPr lang="en-US" altLang="en-US" sz="1600" b="1" dirty="0">
                <a:latin typeface="Arial" panose="020B0604020202020204" pitchFamily="34" charset="0"/>
              </a:rPr>
              <a:t>For Nation</a:t>
            </a:r>
            <a:r>
              <a:rPr lang="en-US" altLang="en-US" sz="1600" dirty="0">
                <a:latin typeface="Arial" panose="020B0604020202020204" pitchFamily="34" charset="0"/>
              </a:rPr>
              <a:t> – Data-driven education ecosystem boosting transparency &amp; competitiveness.</a:t>
            </a:r>
          </a:p>
          <a:p>
            <a:pPr lvl="0" defTabSz="914400" eaLnBrk="0" hangingPunct="0"/>
            <a:endParaRPr lang="en-US" sz="20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hangingPunct="0"/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D1292-6B8F-8F84-F5AC-0613A8B58558}"/>
              </a:ext>
            </a:extLst>
          </p:cNvPr>
          <p:cNvCxnSpPr/>
          <p:nvPr/>
        </p:nvCxnSpPr>
        <p:spPr>
          <a:xfrm>
            <a:off x="6250200" y="1179965"/>
            <a:ext cx="0" cy="45798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B734964-AEDE-A90C-B08F-81183AFD5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52" y="145595"/>
            <a:ext cx="1112626" cy="988332"/>
          </a:xfrm>
          <a:prstGeom prst="ellipse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270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C1B33B-972F-DD40-279E-BCA23A727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96439"/>
            <a:ext cx="6149879" cy="3212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3E49E-58BA-8416-5DD4-CDB3D2153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778" y="3641563"/>
            <a:ext cx="5806221" cy="2667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609600" y="-47626"/>
            <a:ext cx="10972800" cy="135521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048632" name="TextBox 8"/>
          <p:cNvSpPr txBox="1">
            <a:spLocks noChangeArrowheads="1"/>
          </p:cNvSpPr>
          <p:nvPr/>
        </p:nvSpPr>
        <p:spPr bwMode="auto">
          <a:xfrm>
            <a:off x="782535" y="1307590"/>
            <a:ext cx="9377465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chemeClr val="tx2"/>
                </a:solidFill>
              </a:rPr>
              <a:t>Research: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NIRF Framework (MHRD, India)</a:t>
            </a:r>
            <a:r>
              <a:rPr lang="en-US" altLang="en-US" dirty="0">
                <a:latin typeface="Arial" panose="020B0604020202020204" pitchFamily="34" charset="0"/>
              </a:rPr>
              <a:t> – Metrics for institutional ranking and performance evaluation.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AISHE Reports (All India Survey on Higher Education)</a:t>
            </a:r>
            <a:r>
              <a:rPr lang="en-US" altLang="en-US" dirty="0">
                <a:latin typeface="Arial" panose="020B0604020202020204" pitchFamily="34" charset="0"/>
              </a:rPr>
              <a:t> – Institutional, student, and teacher data standards.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APAR Guidelines (Ministry of Education)</a:t>
            </a:r>
            <a:r>
              <a:rPr lang="en-US" altLang="en-US" dirty="0">
                <a:latin typeface="Arial" panose="020B0604020202020204" pitchFamily="34" charset="0"/>
              </a:rPr>
              <a:t> – Teacher performance and appraisal metrics.</a:t>
            </a:r>
            <a:endParaRPr lang="en-IN" dirty="0"/>
          </a:p>
          <a:p>
            <a:r>
              <a:rPr lang="en-IN" sz="2800" b="1" u="sng" dirty="0">
                <a:solidFill>
                  <a:schemeClr val="tx2"/>
                </a:solidFill>
              </a:rPr>
              <a:t>References:</a:t>
            </a:r>
          </a:p>
          <a:p>
            <a:pPr lvl="0" defTabSz="914400" eaLnBrk="0" hangingPunct="0">
              <a:buFontTx/>
              <a:buChar char="•"/>
            </a:pPr>
            <a:r>
              <a:rPr lang="en-IN" sz="2000" dirty="0"/>
              <a:t> </a:t>
            </a:r>
            <a:r>
              <a:rPr lang="en-US" altLang="en-US" dirty="0">
                <a:latin typeface="Arial" panose="020B0604020202020204" pitchFamily="34" charset="0"/>
              </a:rPr>
              <a:t>Ministry of Education. </a:t>
            </a:r>
            <a:r>
              <a:rPr lang="en-US" altLang="en-US" i="1" dirty="0">
                <a:latin typeface="Arial" panose="020B0604020202020204" pitchFamily="34" charset="0"/>
              </a:rPr>
              <a:t>Annual Performance Appraisal Report (APAR) Guidelines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National Education Policy 2020.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Digital India Initiative – Ministry of Electronics &amp; IT, India.</a:t>
            </a:r>
          </a:p>
          <a:p>
            <a:pPr lvl="0" defTabSz="914400" eaLnBrk="0" hangingPunct="0"/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hangingPunct="0"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Research Papers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“AI and Data Analytics in Higher Education” – Journal of Educational Technology.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“Gamification for Student Engagement and Performance” – International Journal of Learning Analytics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lvl="0" defTabSz="914400" eaLnBrk="0" hangingPunct="0"/>
            <a:endParaRPr lang="en-US" altLang="en-US" sz="2800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34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73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7D715F-EA56-4B26-A17A-9C2AB6501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26" y="135816"/>
            <a:ext cx="1112626" cy="988332"/>
          </a:xfrm>
          <a:prstGeom prst="ellipse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563</Words>
  <Application>Microsoft Office PowerPoint</Application>
  <PresentationFormat>Widescreen</PresentationFormat>
  <Paragraphs>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    SMART INDIA HACKATHON 2025</vt:lpstr>
      <vt:lpstr> UNIFIED EDUCATION INTERFACE 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NIMISHA SHARMA</cp:lastModifiedBy>
  <cp:revision>4</cp:revision>
  <dcterms:created xsi:type="dcterms:W3CDTF">2013-12-12T07:46:50Z</dcterms:created>
  <dcterms:modified xsi:type="dcterms:W3CDTF">2025-10-01T13:57:55Z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f2f498d7dd6c4d85b350cdbb2ec0937f</vt:lpwstr>
  </property>
</Properties>
</file>